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2"/>
  </p:normalViewPr>
  <p:slideViewPr>
    <p:cSldViewPr snapToGrid="0" snapToObjects="1">
      <p:cViewPr varScale="1">
        <p:scale>
          <a:sx n="90" d="100"/>
          <a:sy n="90" d="100"/>
        </p:scale>
        <p:origin x="23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32B2C6-3961-D041-AAC0-1F2A47F14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433088-F154-B245-BE36-1CA4B02703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B6B477-A0DD-4845-B516-E8797CA7B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D304-2FB3-CD4B-9014-DD9E8E8B653F}" type="datetimeFigureOut">
              <a:rPr kumimoji="1" lang="ko-Kore-KR" altLang="en-US" smtClean="0"/>
              <a:t>2021. 5. 24.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34E851-55A7-9C4B-8EB5-AB9031DA5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EFD8FE-6534-B14B-8980-E040494D0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DBED-A574-2547-9C28-F150313D7DA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09467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3DFF1-097D-914A-9DB4-8705ACE18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EB7E0D-B31E-7848-918A-B2266780D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ABD5C1-CE37-E443-9576-558BD480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D304-2FB3-CD4B-9014-DD9E8E8B653F}" type="datetimeFigureOut">
              <a:rPr kumimoji="1" lang="ko-Kore-KR" altLang="en-US" smtClean="0"/>
              <a:t>2021. 5. 24.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03E6D3-4B76-D342-9059-80B2AE646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EDF4BB-8F26-2642-B44F-0E18B185C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DBED-A574-2547-9C28-F150313D7DA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54286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2FCA5-6CBF-3845-9A50-65105B4DD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15921F-139A-B649-AF1D-E01B2982E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9F8D01-8E9B-F640-A9C4-BDAC27AD6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D304-2FB3-CD4B-9014-DD9E8E8B653F}" type="datetimeFigureOut">
              <a:rPr kumimoji="1" lang="ko-Kore-KR" altLang="en-US" smtClean="0"/>
              <a:t>2021. 5. 24.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29D03D-EF27-3640-BB01-9AE4F460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F84D12-5366-B34F-822A-B43532FD3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DBED-A574-2547-9C28-F150313D7DA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31811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8DB33B-9A9C-3A46-8FDF-51058AE14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AB240E-6637-7D45-92AF-546593EBF1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0E6644-480C-D049-953F-657B167DA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B06C05-D681-1B4F-A03B-807ADD9C1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D304-2FB3-CD4B-9014-DD9E8E8B653F}" type="datetimeFigureOut">
              <a:rPr kumimoji="1" lang="ko-Kore-KR" altLang="en-US" smtClean="0"/>
              <a:t>2021. 5. 24.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22F4CD-8370-B845-B69E-60F61EEA1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6DFCB1-6F22-0D4B-BF97-E10A7ECF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DBED-A574-2547-9C28-F150313D7DA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0055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E14A3-73CB-BC4D-932F-E57F6807B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F2AA07-680B-964E-BC87-C9077D12F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1C3733-23A3-9C48-A455-71B310212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1483EAE-C791-7F48-84E4-CA8BCE170C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E65311-439F-C841-AEF7-7DE26AC5E6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A0F55EA-F691-334A-9CEC-F70E563AC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D304-2FB3-CD4B-9014-DD9E8E8B653F}" type="datetimeFigureOut">
              <a:rPr kumimoji="1" lang="ko-Kore-KR" altLang="en-US" smtClean="0"/>
              <a:t>2021. 5. 24.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BF614B-C974-554E-9362-30868A1A9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6223552-406B-604D-8938-17C1E4AE5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DBED-A574-2547-9C28-F150313D7DA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05251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0AF281-59C0-8F46-AFD4-88067E96C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8003BD-A29E-A441-9CDE-DF9DB83E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D304-2FB3-CD4B-9014-DD9E8E8B653F}" type="datetimeFigureOut">
              <a:rPr kumimoji="1" lang="ko-Kore-KR" altLang="en-US" smtClean="0"/>
              <a:t>2021. 5. 24.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F05136-EA3C-F143-AADE-5DCAD7BA5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2DB6D6-E63B-8F49-8B75-B41CA402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DBED-A574-2547-9C28-F150313D7DA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25413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AF955-8D85-C14B-B6F3-255BD245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D304-2FB3-CD4B-9014-DD9E8E8B653F}" type="datetimeFigureOut">
              <a:rPr kumimoji="1" lang="ko-Kore-KR" altLang="en-US" smtClean="0"/>
              <a:t>2021. 5. 24.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66CFE2F-3F8B-B44E-BAA7-501C6734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B37062-4F78-0641-8AA1-B9E47179F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DBED-A574-2547-9C28-F150313D7DA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66553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7DA0CD-4795-8D4A-9FE7-B135433D7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964400-4CFF-8F4D-A8A1-10DE2B832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9B4DE5-6C0F-F640-9765-B7FDAFC47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173D4C-8ACB-F846-B2E7-11E6E41E8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D304-2FB3-CD4B-9014-DD9E8E8B653F}" type="datetimeFigureOut">
              <a:rPr kumimoji="1" lang="ko-Kore-KR" altLang="en-US" smtClean="0"/>
              <a:t>2021. 5. 24.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F9DCE4-7B9B-4E4E-8EA4-CD30F816F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03265F-86BC-D545-A819-2061A19DE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DBED-A574-2547-9C28-F150313D7DA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13371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D5B6F-0164-D245-8AF6-792BE6A07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E58662B-771B-2641-A82B-60586417A2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3304CB-D437-3042-B33A-B9542A31A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690B23-6468-2A4E-8641-0F9E2EE56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D304-2FB3-CD4B-9014-DD9E8E8B653F}" type="datetimeFigureOut">
              <a:rPr kumimoji="1" lang="ko-Kore-KR" altLang="en-US" smtClean="0"/>
              <a:t>2021. 5. 24.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222F0E-9289-D649-9565-D09D9D9F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81D840-7534-6341-A12F-115B1BE6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DBED-A574-2547-9C28-F150313D7DA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85933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5DFE0-2B02-054E-B64E-552724FD7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0F8968-A541-7A45-BF58-DAE792133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B2498B-A151-A04D-A270-4CF08B47F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D304-2FB3-CD4B-9014-DD9E8E8B653F}" type="datetimeFigureOut">
              <a:rPr kumimoji="1" lang="ko-Kore-KR" altLang="en-US" smtClean="0"/>
              <a:t>2021. 5. 24.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690778-A0B1-D543-8423-8C26A9BD6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63676E-1680-F24B-BD81-1ECCC372B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DBED-A574-2547-9C28-F150313D7DA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86852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E0B410-DEEE-1646-A91F-2D26778FB4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5ED16E-39DC-D049-8E95-BA0057C5F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9918F8-F108-474F-8FE9-E81987FD4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D304-2FB3-CD4B-9014-DD9E8E8B653F}" type="datetimeFigureOut">
              <a:rPr kumimoji="1" lang="ko-Kore-KR" altLang="en-US" smtClean="0"/>
              <a:t>2021. 5. 24.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184960-7E16-EF42-BBFA-2FF2410B6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1C6740-462C-5340-85FC-989D60F0E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DBED-A574-2547-9C28-F150313D7DA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10011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00F11-E34D-034B-911E-C87AACBC0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F37AC5-FDAC-5146-A017-ECA4505AA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BF59E-B4D0-DB43-8A44-95D5170CE1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1D304-2FB3-CD4B-9014-DD9E8E8B653F}" type="datetimeFigureOut">
              <a:rPr kumimoji="1" lang="ko-Kore-KR" altLang="en-US" smtClean="0"/>
              <a:t>2021. 5. 24.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0983CD-A61B-C94E-8D9E-E0C28EF3D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6A206-DE80-764D-827D-6EA8453304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FDBED-A574-2547-9C28-F150313D7DA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71989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tiff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1CF6F51-5178-A842-9E55-58C0FA348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628650"/>
            <a:ext cx="1160780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590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E150BB0-C464-3B46-8592-29B91EFA6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784" b="91132" l="9814" r="89848">
                        <a14:foregroundMark x1="35195" y1="14780" x2="28765" y2="22213"/>
                        <a14:foregroundMark x1="40609" y1="19764" x2="38156" y2="23564"/>
                        <a14:foregroundMark x1="48308" y1="9713" x2="48139" y2="10726"/>
                        <a14:foregroundMark x1="52961" y1="9291" x2="52961" y2="9966"/>
                        <a14:foregroundMark x1="59052" y1="14443" x2="59391" y2="16301"/>
                        <a14:foregroundMark x1="48393" y1="8868" x2="48393" y2="8868"/>
                        <a14:foregroundMark x1="52707" y1="9122" x2="52707" y2="9122"/>
                        <a14:foregroundMark x1="52707" y1="8784" x2="52707" y2="8784"/>
                        <a14:foregroundMark x1="35618" y1="17568" x2="35618" y2="17568"/>
                        <a14:foregroundMark x1="30795" y1="16301" x2="30711" y2="16639"/>
                        <a14:foregroundMark x1="32234" y1="16047" x2="32234" y2="17990"/>
                        <a14:foregroundMark x1="34687" y1="16301" x2="32064" y2="21875"/>
                        <a14:foregroundMark x1="34518" y1="18159" x2="30795" y2="23564"/>
                        <a14:foregroundMark x1="67766" y1="16639" x2="70135" y2="21453"/>
                        <a14:foregroundMark x1="71743" y1="17145" x2="71658" y2="21368"/>
                        <a14:foregroundMark x1="71997" y1="17990" x2="65228" y2="15034"/>
                        <a14:foregroundMark x1="65228" y1="15034" x2="67005" y2="22466"/>
                        <a14:foregroundMark x1="67005" y1="22466" x2="71658" y2="21453"/>
                        <a14:foregroundMark x1="28003" y1="66301" x2="28849" y2="69764"/>
                        <a14:foregroundMark x1="33333" y1="68412" x2="31726" y2="71706"/>
                        <a14:foregroundMark x1="34941" y1="70524" x2="37733" y2="72804"/>
                        <a14:foregroundMark x1="51100" y1="67145" x2="50000" y2="68666"/>
                        <a14:foregroundMark x1="51354" y1="66639" x2="53130" y2="69848"/>
                        <a14:foregroundMark x1="50846" y1="67314" x2="47124" y2="74662"/>
                        <a14:foregroundMark x1="58545" y1="76267" x2="58545" y2="76267"/>
                        <a14:foregroundMark x1="42555" y1="76182" x2="42555" y2="76182"/>
                        <a14:foregroundMark x1="66159" y1="70017" x2="66159" y2="70017"/>
                        <a14:foregroundMark x1="66667" y1="70524" x2="66667" y2="70524"/>
                        <a14:foregroundMark x1="68697" y1="67314" x2="66413" y2="71115"/>
                        <a14:foregroundMark x1="73519" y1="76520" x2="73519" y2="76520"/>
                        <a14:foregroundMark x1="14298" y1="89274" x2="14044" y2="89780"/>
                        <a14:foregroundMark x1="14721" y1="88007" x2="14721" y2="88007"/>
                        <a14:foregroundMark x1="15144" y1="87162" x2="15144" y2="87162"/>
                        <a14:foregroundMark x1="15398" y1="86909" x2="15398" y2="86909"/>
                        <a14:foregroundMark x1="16328" y1="88429" x2="16328" y2="88429"/>
                        <a14:foregroundMark x1="20728" y1="88851" x2="20728" y2="88851"/>
                        <a14:foregroundMark x1="20558" y1="88514" x2="20558" y2="89527"/>
                        <a14:foregroundMark x1="28596" y1="88851" x2="28596" y2="89780"/>
                        <a14:foregroundMark x1="31557" y1="87247" x2="31980" y2="88429"/>
                        <a14:foregroundMark x1="34687" y1="86655" x2="34772" y2="87669"/>
                        <a14:foregroundMark x1="40440" y1="88514" x2="40440" y2="89274"/>
                        <a14:foregroundMark x1="40440" y1="87922" x2="40440" y2="88514"/>
                        <a14:foregroundMark x1="45262" y1="88176" x2="45262" y2="88851"/>
                        <a14:foregroundMark x1="53469" y1="86064" x2="53469" y2="86064"/>
                        <a14:foregroundMark x1="57783" y1="88682" x2="57783" y2="89527"/>
                        <a14:foregroundMark x1="61337" y1="89358" x2="61337" y2="90034"/>
                        <a14:foregroundMark x1="70135" y1="87500" x2="70389" y2="88682"/>
                        <a14:foregroundMark x1="74450" y1="88260" x2="74196" y2="89611"/>
                        <a14:foregroundMark x1="80034" y1="90034" x2="80034" y2="90625"/>
                        <a14:foregroundMark x1="89171" y1="86655" x2="88917" y2="87500"/>
                        <a14:foregroundMark x1="86887" y1="91132" x2="86887" y2="91132"/>
                        <a14:foregroundMark x1="70643" y1="90878" x2="70643" y2="90287"/>
                        <a14:backgroundMark x1="50761" y1="71115" x2="50761" y2="71115"/>
                        <a14:backgroundMark x1="22166" y1="88429" x2="22166" y2="88429"/>
                        <a14:backgroundMark x1="27242" y1="90372" x2="27242" y2="90372"/>
                        <a14:backgroundMark x1="41624" y1="88514" x2="41624" y2="88514"/>
                        <a14:backgroundMark x1="53215" y1="88767" x2="53215" y2="88767"/>
                        <a14:backgroundMark x1="62944" y1="88514" x2="62944" y2="88514"/>
                        <a14:backgroundMark x1="76227" y1="89274" x2="76227" y2="8927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9458" y="262467"/>
            <a:ext cx="6846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81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7DCA7ACE-21D4-3A4A-9EED-D2C81530C3A0}"/>
              </a:ext>
            </a:extLst>
          </p:cNvPr>
          <p:cNvGrpSpPr/>
          <p:nvPr/>
        </p:nvGrpSpPr>
        <p:grpSpPr>
          <a:xfrm>
            <a:off x="-277842" y="1079501"/>
            <a:ext cx="11298324" cy="4157133"/>
            <a:chOff x="268258" y="1993901"/>
            <a:chExt cx="11298324" cy="415713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85F8C65-40B0-2C4C-AD62-D02A1828CB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8784" b="91132" l="9814" r="89848">
                          <a14:foregroundMark x1="35195" y1="14780" x2="28765" y2="22213"/>
                          <a14:foregroundMark x1="40609" y1="19764" x2="38156" y2="23564"/>
                          <a14:foregroundMark x1="48308" y1="9713" x2="48139" y2="10726"/>
                          <a14:foregroundMark x1="52961" y1="9291" x2="52961" y2="9966"/>
                          <a14:foregroundMark x1="59052" y1="14443" x2="59391" y2="16301"/>
                          <a14:foregroundMark x1="48393" y1="8868" x2="48393" y2="8868"/>
                          <a14:foregroundMark x1="52707" y1="9122" x2="52707" y2="9122"/>
                          <a14:foregroundMark x1="52707" y1="8784" x2="52707" y2="8784"/>
                          <a14:foregroundMark x1="35618" y1="17568" x2="35618" y2="17568"/>
                          <a14:foregroundMark x1="30795" y1="16301" x2="30711" y2="16639"/>
                          <a14:foregroundMark x1="32234" y1="16047" x2="32234" y2="17990"/>
                          <a14:foregroundMark x1="34687" y1="16301" x2="32064" y2="21875"/>
                          <a14:foregroundMark x1="34518" y1="18159" x2="30795" y2="23564"/>
                          <a14:foregroundMark x1="67766" y1="16639" x2="70135" y2="21453"/>
                          <a14:foregroundMark x1="71743" y1="17145" x2="71658" y2="21368"/>
                          <a14:foregroundMark x1="71997" y1="17990" x2="65228" y2="15034"/>
                          <a14:foregroundMark x1="65228" y1="15034" x2="67005" y2="22466"/>
                          <a14:foregroundMark x1="67005" y1="22466" x2="71658" y2="21453"/>
                          <a14:foregroundMark x1="28003" y1="66301" x2="28849" y2="69764"/>
                          <a14:foregroundMark x1="33333" y1="68412" x2="31726" y2="71706"/>
                          <a14:foregroundMark x1="34941" y1="70524" x2="37733" y2="72804"/>
                          <a14:foregroundMark x1="51100" y1="67145" x2="50000" y2="68666"/>
                          <a14:foregroundMark x1="51354" y1="66639" x2="53130" y2="69848"/>
                          <a14:foregroundMark x1="50846" y1="67314" x2="47124" y2="74662"/>
                          <a14:foregroundMark x1="58545" y1="76267" x2="58545" y2="76267"/>
                          <a14:foregroundMark x1="42555" y1="76182" x2="42555" y2="76182"/>
                          <a14:foregroundMark x1="66159" y1="70017" x2="66159" y2="70017"/>
                          <a14:foregroundMark x1="66667" y1="70524" x2="66667" y2="70524"/>
                          <a14:foregroundMark x1="68697" y1="67314" x2="66413" y2="71115"/>
                          <a14:foregroundMark x1="73519" y1="76520" x2="73519" y2="76520"/>
                          <a14:foregroundMark x1="14298" y1="89274" x2="14044" y2="89780"/>
                          <a14:foregroundMark x1="14721" y1="88007" x2="14721" y2="88007"/>
                          <a14:foregroundMark x1="15144" y1="87162" x2="15144" y2="87162"/>
                          <a14:foregroundMark x1="15398" y1="86909" x2="15398" y2="86909"/>
                          <a14:foregroundMark x1="16328" y1="88429" x2="16328" y2="88429"/>
                          <a14:foregroundMark x1="20728" y1="88851" x2="20728" y2="88851"/>
                          <a14:foregroundMark x1="20558" y1="88514" x2="20558" y2="89527"/>
                          <a14:foregroundMark x1="28596" y1="88851" x2="28596" y2="89780"/>
                          <a14:foregroundMark x1="31557" y1="87247" x2="31980" y2="88429"/>
                          <a14:foregroundMark x1="34687" y1="86655" x2="34772" y2="87669"/>
                          <a14:foregroundMark x1="40440" y1="88514" x2="40440" y2="89274"/>
                          <a14:foregroundMark x1="40440" y1="87922" x2="40440" y2="88514"/>
                          <a14:foregroundMark x1="45262" y1="88176" x2="45262" y2="88851"/>
                          <a14:foregroundMark x1="53469" y1="86064" x2="53469" y2="86064"/>
                          <a14:foregroundMark x1="57783" y1="88682" x2="57783" y2="89527"/>
                          <a14:foregroundMark x1="61337" y1="89358" x2="61337" y2="90034"/>
                          <a14:foregroundMark x1="70135" y1="87500" x2="70389" y2="88682"/>
                          <a14:foregroundMark x1="74450" y1="88260" x2="74196" y2="89611"/>
                          <a14:foregroundMark x1="80034" y1="90034" x2="80034" y2="90625"/>
                          <a14:foregroundMark x1="89171" y1="86655" x2="88917" y2="87500"/>
                          <a14:foregroundMark x1="86887" y1="91132" x2="86887" y2="91132"/>
                          <a14:foregroundMark x1="70643" y1="90878" x2="70643" y2="90287"/>
                          <a14:backgroundMark x1="50761" y1="71115" x2="50761" y2="71115"/>
                          <a14:backgroundMark x1="22166" y1="88429" x2="22166" y2="88429"/>
                          <a14:backgroundMark x1="27242" y1="90372" x2="27242" y2="90372"/>
                          <a14:backgroundMark x1="41624" y1="88514" x2="41624" y2="88514"/>
                          <a14:backgroundMark x1="53215" y1="88767" x2="53215" y2="88767"/>
                          <a14:backgroundMark x1="62944" y1="88514" x2="62944" y2="88514"/>
                          <a14:backgroundMark x1="76227" y1="89274" x2="76227" y2="89274"/>
                        </a14:backgroundRemoval>
                      </a14:imgEffect>
                    </a14:imgLayer>
                  </a14:imgProps>
                </a:ext>
              </a:extLst>
            </a:blip>
            <a:srcRect b="39383"/>
            <a:stretch/>
          </p:blipFill>
          <p:spPr>
            <a:xfrm>
              <a:off x="268258" y="1993901"/>
              <a:ext cx="6846416" cy="4157133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F75C44E-1402-E446-9F6C-D51124A5E1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8784" b="91132" l="9814" r="89848">
                          <a14:foregroundMark x1="35195" y1="14780" x2="28765" y2="22213"/>
                          <a14:foregroundMark x1="40609" y1="19764" x2="38156" y2="23564"/>
                          <a14:foregroundMark x1="48308" y1="9713" x2="48139" y2="10726"/>
                          <a14:foregroundMark x1="52961" y1="9291" x2="52961" y2="9966"/>
                          <a14:foregroundMark x1="59052" y1="14443" x2="59391" y2="16301"/>
                          <a14:foregroundMark x1="48393" y1="8868" x2="48393" y2="8868"/>
                          <a14:foregroundMark x1="52707" y1="9122" x2="52707" y2="9122"/>
                          <a14:foregroundMark x1="52707" y1="8784" x2="52707" y2="8784"/>
                          <a14:foregroundMark x1="35618" y1="17568" x2="35618" y2="17568"/>
                          <a14:foregroundMark x1="30795" y1="16301" x2="30711" y2="16639"/>
                          <a14:foregroundMark x1="32234" y1="16047" x2="32234" y2="17990"/>
                          <a14:foregroundMark x1="34687" y1="16301" x2="32064" y2="21875"/>
                          <a14:foregroundMark x1="34518" y1="18159" x2="30795" y2="23564"/>
                          <a14:foregroundMark x1="67766" y1="16639" x2="70135" y2="21453"/>
                          <a14:foregroundMark x1="71743" y1="17145" x2="71658" y2="21368"/>
                          <a14:foregroundMark x1="71997" y1="17990" x2="65228" y2="15034"/>
                          <a14:foregroundMark x1="65228" y1="15034" x2="67005" y2="22466"/>
                          <a14:foregroundMark x1="67005" y1="22466" x2="71658" y2="21453"/>
                          <a14:foregroundMark x1="28003" y1="66301" x2="28849" y2="69764"/>
                          <a14:foregroundMark x1="33333" y1="68412" x2="31726" y2="71706"/>
                          <a14:foregroundMark x1="34941" y1="70524" x2="37733" y2="72804"/>
                          <a14:foregroundMark x1="51100" y1="67145" x2="50000" y2="68666"/>
                          <a14:foregroundMark x1="51354" y1="66639" x2="53130" y2="69848"/>
                          <a14:foregroundMark x1="50846" y1="67314" x2="47124" y2="74662"/>
                          <a14:foregroundMark x1="58545" y1="76267" x2="58545" y2="76267"/>
                          <a14:foregroundMark x1="42555" y1="76182" x2="42555" y2="76182"/>
                          <a14:foregroundMark x1="66159" y1="70017" x2="66159" y2="70017"/>
                          <a14:foregroundMark x1="66667" y1="70524" x2="66667" y2="70524"/>
                          <a14:foregroundMark x1="68697" y1="67314" x2="66413" y2="71115"/>
                          <a14:foregroundMark x1="73519" y1="76520" x2="73519" y2="76520"/>
                          <a14:foregroundMark x1="14298" y1="89274" x2="14044" y2="89780"/>
                          <a14:foregroundMark x1="14721" y1="88007" x2="14721" y2="88007"/>
                          <a14:foregroundMark x1="15144" y1="87162" x2="15144" y2="87162"/>
                          <a14:foregroundMark x1="15398" y1="86909" x2="15398" y2="86909"/>
                          <a14:foregroundMark x1="16328" y1="88429" x2="16328" y2="88429"/>
                          <a14:foregroundMark x1="20728" y1="88851" x2="20728" y2="88851"/>
                          <a14:foregroundMark x1="20558" y1="88514" x2="20558" y2="89527"/>
                          <a14:foregroundMark x1="28596" y1="88851" x2="28596" y2="89780"/>
                          <a14:foregroundMark x1="31557" y1="87247" x2="31980" y2="88429"/>
                          <a14:foregroundMark x1="34687" y1="86655" x2="34772" y2="87669"/>
                          <a14:foregroundMark x1="40440" y1="88514" x2="40440" y2="89274"/>
                          <a14:foregroundMark x1="40440" y1="87922" x2="40440" y2="88514"/>
                          <a14:foregroundMark x1="45262" y1="88176" x2="45262" y2="88851"/>
                          <a14:foregroundMark x1="53469" y1="86064" x2="53469" y2="86064"/>
                          <a14:foregroundMark x1="57783" y1="88682" x2="57783" y2="89527"/>
                          <a14:foregroundMark x1="61337" y1="89358" x2="61337" y2="90034"/>
                          <a14:foregroundMark x1="70135" y1="87500" x2="70389" y2="88682"/>
                          <a14:foregroundMark x1="74450" y1="88260" x2="74196" y2="89611"/>
                          <a14:foregroundMark x1="80034" y1="90034" x2="80034" y2="90625"/>
                          <a14:foregroundMark x1="89171" y1="86655" x2="88917" y2="87500"/>
                          <a14:foregroundMark x1="86887" y1="91132" x2="86887" y2="91132"/>
                          <a14:foregroundMark x1="70643" y1="90878" x2="70643" y2="90287"/>
                          <a14:backgroundMark x1="50761" y1="71115" x2="50761" y2="71115"/>
                          <a14:backgroundMark x1="22166" y1="88429" x2="22166" y2="88429"/>
                          <a14:backgroundMark x1="27242" y1="90372" x2="27242" y2="90372"/>
                          <a14:backgroundMark x1="41624" y1="88514" x2="41624" y2="88514"/>
                          <a14:backgroundMark x1="53215" y1="88767" x2="53215" y2="88767"/>
                          <a14:backgroundMark x1="62944" y1="88514" x2="62944" y2="88514"/>
                          <a14:backgroundMark x1="76227" y1="89274" x2="76227" y2="89274"/>
                        </a14:backgroundRemoval>
                      </a14:imgEffect>
                    </a14:imgLayer>
                  </a14:imgProps>
                </a:ext>
              </a:extLst>
            </a:blip>
            <a:srcRect t="57654"/>
            <a:stretch/>
          </p:blipFill>
          <p:spPr>
            <a:xfrm>
              <a:off x="4720166" y="2793999"/>
              <a:ext cx="6846416" cy="29040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328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041C4F60-862A-BA4D-B12A-4B97E1AEC30B}"/>
              </a:ext>
            </a:extLst>
          </p:cNvPr>
          <p:cNvGrpSpPr/>
          <p:nvPr/>
        </p:nvGrpSpPr>
        <p:grpSpPr>
          <a:xfrm>
            <a:off x="-301905" y="1350433"/>
            <a:ext cx="12374108" cy="4157133"/>
            <a:chOff x="268258" y="1993901"/>
            <a:chExt cx="12374108" cy="415713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72013C4-40C6-4B48-9385-576C725D7B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8784" b="91132" l="9814" r="89848">
                          <a14:foregroundMark x1="35195" y1="14780" x2="28765" y2="22213"/>
                          <a14:foregroundMark x1="40609" y1="19764" x2="38156" y2="23564"/>
                          <a14:foregroundMark x1="48308" y1="9713" x2="48139" y2="10726"/>
                          <a14:foregroundMark x1="52961" y1="9291" x2="52961" y2="9966"/>
                          <a14:foregroundMark x1="59052" y1="14443" x2="59391" y2="16301"/>
                          <a14:foregroundMark x1="48393" y1="8868" x2="48393" y2="8868"/>
                          <a14:foregroundMark x1="52707" y1="9122" x2="52707" y2="9122"/>
                          <a14:foregroundMark x1="52707" y1="8784" x2="52707" y2="8784"/>
                          <a14:foregroundMark x1="35618" y1="17568" x2="35618" y2="17568"/>
                          <a14:foregroundMark x1="30795" y1="16301" x2="30711" y2="16639"/>
                          <a14:foregroundMark x1="32234" y1="16047" x2="32234" y2="17990"/>
                          <a14:foregroundMark x1="34687" y1="16301" x2="32064" y2="21875"/>
                          <a14:foregroundMark x1="34518" y1="18159" x2="30795" y2="23564"/>
                          <a14:foregroundMark x1="67766" y1="16639" x2="70135" y2="21453"/>
                          <a14:foregroundMark x1="71743" y1="17145" x2="71658" y2="21368"/>
                          <a14:foregroundMark x1="71997" y1="17990" x2="65228" y2="15034"/>
                          <a14:foregroundMark x1="65228" y1="15034" x2="67005" y2="22466"/>
                          <a14:foregroundMark x1="67005" y1="22466" x2="71658" y2="21453"/>
                          <a14:foregroundMark x1="28003" y1="66301" x2="28849" y2="69764"/>
                          <a14:foregroundMark x1="33333" y1="68412" x2="31726" y2="71706"/>
                          <a14:foregroundMark x1="34941" y1="70524" x2="37733" y2="72804"/>
                          <a14:foregroundMark x1="51100" y1="67145" x2="50000" y2="68666"/>
                          <a14:foregroundMark x1="51354" y1="66639" x2="53130" y2="69848"/>
                          <a14:foregroundMark x1="50846" y1="67314" x2="47124" y2="74662"/>
                          <a14:foregroundMark x1="58545" y1="76267" x2="58545" y2="76267"/>
                          <a14:foregroundMark x1="42555" y1="76182" x2="42555" y2="76182"/>
                          <a14:foregroundMark x1="66159" y1="70017" x2="66159" y2="70017"/>
                          <a14:foregroundMark x1="66667" y1="70524" x2="66667" y2="70524"/>
                          <a14:foregroundMark x1="68697" y1="67314" x2="66413" y2="71115"/>
                          <a14:foregroundMark x1="73519" y1="76520" x2="73519" y2="76520"/>
                          <a14:foregroundMark x1="14298" y1="89274" x2="14044" y2="89780"/>
                          <a14:foregroundMark x1="14721" y1="88007" x2="14721" y2="88007"/>
                          <a14:foregroundMark x1="15144" y1="87162" x2="15144" y2="87162"/>
                          <a14:foregroundMark x1="15398" y1="86909" x2="15398" y2="86909"/>
                          <a14:foregroundMark x1="16328" y1="88429" x2="16328" y2="88429"/>
                          <a14:foregroundMark x1="20728" y1="88851" x2="20728" y2="88851"/>
                          <a14:foregroundMark x1="20558" y1="88514" x2="20558" y2="89527"/>
                          <a14:foregroundMark x1="28596" y1="88851" x2="28596" y2="89780"/>
                          <a14:foregroundMark x1="31557" y1="87247" x2="31980" y2="88429"/>
                          <a14:foregroundMark x1="34687" y1="86655" x2="34772" y2="87669"/>
                          <a14:foregroundMark x1="40440" y1="88514" x2="40440" y2="89274"/>
                          <a14:foregroundMark x1="40440" y1="87922" x2="40440" y2="88514"/>
                          <a14:foregroundMark x1="45262" y1="88176" x2="45262" y2="88851"/>
                          <a14:foregroundMark x1="53469" y1="86064" x2="53469" y2="86064"/>
                          <a14:foregroundMark x1="57783" y1="88682" x2="57783" y2="89527"/>
                          <a14:foregroundMark x1="61337" y1="89358" x2="61337" y2="90034"/>
                          <a14:foregroundMark x1="70135" y1="87500" x2="70389" y2="88682"/>
                          <a14:foregroundMark x1="74450" y1="88260" x2="74196" y2="89611"/>
                          <a14:foregroundMark x1="80034" y1="90034" x2="80034" y2="90625"/>
                          <a14:foregroundMark x1="89171" y1="86655" x2="88917" y2="87500"/>
                          <a14:foregroundMark x1="86887" y1="91132" x2="86887" y2="91132"/>
                          <a14:foregroundMark x1="70643" y1="90878" x2="70643" y2="90287"/>
                          <a14:backgroundMark x1="50761" y1="71115" x2="50761" y2="71115"/>
                          <a14:backgroundMark x1="22166" y1="88429" x2="22166" y2="88429"/>
                          <a14:backgroundMark x1="27242" y1="90372" x2="27242" y2="90372"/>
                          <a14:backgroundMark x1="41624" y1="88514" x2="41624" y2="88514"/>
                          <a14:backgroundMark x1="53215" y1="88767" x2="53215" y2="88767"/>
                          <a14:backgroundMark x1="62944" y1="88514" x2="62944" y2="88514"/>
                          <a14:backgroundMark x1="76227" y1="89274" x2="76227" y2="89274"/>
                        </a14:backgroundRemoval>
                      </a14:imgEffect>
                    </a14:imgLayer>
                  </a14:imgProps>
                </a:ext>
              </a:extLst>
            </a:blip>
            <a:srcRect b="39383"/>
            <a:stretch/>
          </p:blipFill>
          <p:spPr>
            <a:xfrm>
              <a:off x="268258" y="1993901"/>
              <a:ext cx="6846416" cy="415713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C41620-C26A-AD4B-987A-07DAF6A5F6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8784" b="91132" l="9814" r="89848">
                          <a14:foregroundMark x1="35195" y1="14780" x2="28765" y2="22213"/>
                          <a14:foregroundMark x1="40609" y1="19764" x2="38156" y2="23564"/>
                          <a14:foregroundMark x1="48308" y1="9713" x2="48139" y2="10726"/>
                          <a14:foregroundMark x1="52961" y1="9291" x2="52961" y2="9966"/>
                          <a14:foregroundMark x1="59052" y1="14443" x2="59391" y2="16301"/>
                          <a14:foregroundMark x1="48393" y1="8868" x2="48393" y2="8868"/>
                          <a14:foregroundMark x1="52707" y1="9122" x2="52707" y2="9122"/>
                          <a14:foregroundMark x1="52707" y1="8784" x2="52707" y2="8784"/>
                          <a14:foregroundMark x1="35618" y1="17568" x2="35618" y2="17568"/>
                          <a14:foregroundMark x1="30795" y1="16301" x2="30711" y2="16639"/>
                          <a14:foregroundMark x1="32234" y1="16047" x2="32234" y2="17990"/>
                          <a14:foregroundMark x1="34687" y1="16301" x2="32064" y2="21875"/>
                          <a14:foregroundMark x1="34518" y1="18159" x2="30795" y2="23564"/>
                          <a14:foregroundMark x1="67766" y1="16639" x2="70135" y2="21453"/>
                          <a14:foregroundMark x1="71743" y1="17145" x2="71658" y2="21368"/>
                          <a14:foregroundMark x1="71997" y1="17990" x2="65228" y2="15034"/>
                          <a14:foregroundMark x1="65228" y1="15034" x2="67005" y2="22466"/>
                          <a14:foregroundMark x1="67005" y1="22466" x2="71658" y2="21453"/>
                          <a14:foregroundMark x1="28003" y1="66301" x2="28849" y2="69764"/>
                          <a14:foregroundMark x1="33333" y1="68412" x2="31726" y2="71706"/>
                          <a14:foregroundMark x1="34941" y1="70524" x2="37733" y2="72804"/>
                          <a14:foregroundMark x1="51100" y1="67145" x2="50000" y2="68666"/>
                          <a14:foregroundMark x1="51354" y1="66639" x2="53130" y2="69848"/>
                          <a14:foregroundMark x1="50846" y1="67314" x2="47124" y2="74662"/>
                          <a14:foregroundMark x1="58545" y1="76267" x2="58545" y2="76267"/>
                          <a14:foregroundMark x1="42555" y1="76182" x2="42555" y2="76182"/>
                          <a14:foregroundMark x1="66159" y1="70017" x2="66159" y2="70017"/>
                          <a14:foregroundMark x1="66667" y1="70524" x2="66667" y2="70524"/>
                          <a14:foregroundMark x1="68697" y1="67314" x2="66413" y2="71115"/>
                          <a14:foregroundMark x1="73519" y1="76520" x2="73519" y2="76520"/>
                          <a14:foregroundMark x1="14298" y1="89274" x2="14044" y2="89780"/>
                          <a14:foregroundMark x1="14721" y1="88007" x2="14721" y2="88007"/>
                          <a14:foregroundMark x1="15144" y1="87162" x2="15144" y2="87162"/>
                          <a14:foregroundMark x1="15398" y1="86909" x2="15398" y2="86909"/>
                          <a14:foregroundMark x1="16328" y1="88429" x2="16328" y2="88429"/>
                          <a14:foregroundMark x1="20728" y1="88851" x2="20728" y2="88851"/>
                          <a14:foregroundMark x1="20558" y1="88514" x2="20558" y2="89527"/>
                          <a14:foregroundMark x1="28596" y1="88851" x2="28596" y2="89780"/>
                          <a14:foregroundMark x1="31557" y1="87247" x2="31980" y2="88429"/>
                          <a14:foregroundMark x1="34687" y1="86655" x2="34772" y2="87669"/>
                          <a14:foregroundMark x1="40440" y1="88514" x2="40440" y2="89274"/>
                          <a14:foregroundMark x1="40440" y1="87922" x2="40440" y2="88514"/>
                          <a14:foregroundMark x1="45262" y1="88176" x2="45262" y2="88851"/>
                          <a14:foregroundMark x1="53469" y1="86064" x2="53469" y2="86064"/>
                          <a14:foregroundMark x1="57783" y1="88682" x2="57783" y2="89527"/>
                          <a14:foregroundMark x1="61337" y1="89358" x2="61337" y2="90034"/>
                          <a14:foregroundMark x1="70135" y1="87500" x2="70389" y2="88682"/>
                          <a14:foregroundMark x1="74450" y1="88260" x2="74196" y2="89611"/>
                          <a14:foregroundMark x1="80034" y1="90034" x2="80034" y2="90625"/>
                          <a14:foregroundMark x1="89171" y1="86655" x2="88917" y2="87500"/>
                          <a14:foregroundMark x1="86887" y1="91132" x2="86887" y2="91132"/>
                          <a14:foregroundMark x1="70643" y1="90878" x2="70643" y2="90287"/>
                          <a14:backgroundMark x1="50761" y1="71115" x2="50761" y2="71115"/>
                          <a14:backgroundMark x1="22166" y1="88429" x2="22166" y2="88429"/>
                          <a14:backgroundMark x1="27242" y1="90372" x2="27242" y2="90372"/>
                          <a14:backgroundMark x1="41624" y1="88514" x2="41624" y2="88514"/>
                          <a14:backgroundMark x1="53215" y1="88767" x2="53215" y2="88767"/>
                          <a14:backgroundMark x1="62944" y1="88514" x2="62944" y2="88514"/>
                          <a14:backgroundMark x1="76227" y1="89274" x2="76227" y2="89274"/>
                        </a14:backgroundRemoval>
                      </a14:imgEffect>
                    </a14:imgLayer>
                  </a14:imgProps>
                </a:ext>
              </a:extLst>
            </a:blip>
            <a:srcRect l="-209" t="58279" r="209" b="16620"/>
            <a:stretch/>
          </p:blipFill>
          <p:spPr>
            <a:xfrm>
              <a:off x="4034366" y="3151187"/>
              <a:ext cx="8608000" cy="2164294"/>
            </a:xfrm>
            <a:prstGeom prst="rect">
              <a:avLst/>
            </a:prstGeom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E9E3AFAE-A49F-364E-9992-10C6D1D6A6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4503" y="4442090"/>
            <a:ext cx="58674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74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Macintosh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이하경</dc:creator>
  <cp:lastModifiedBy>이하경</cp:lastModifiedBy>
  <cp:revision>2</cp:revision>
  <dcterms:created xsi:type="dcterms:W3CDTF">2021-05-24T09:22:28Z</dcterms:created>
  <dcterms:modified xsi:type="dcterms:W3CDTF">2021-05-24T09:32:23Z</dcterms:modified>
</cp:coreProperties>
</file>